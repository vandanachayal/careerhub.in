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CAREERHUB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T. Navya Tejaswini</a:t>
            </a:r>
          </a:p>
          <a:p>
            <a:r>
              <a:t>Vandana Chayal</a:t>
            </a:r>
          </a:p>
          <a:p>
            <a:r>
              <a:t>A. Niharika</a:t>
            </a:r>
          </a:p>
          <a:p>
            <a:r>
              <a:t>M. Nandini</a:t>
            </a:r>
          </a:p>
          <a:p>
            <a:r>
              <a:t>B. Chandana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CAREERHUB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AI-powered career guidance platform for students &amp; job seekers.</a:t>
            </a:r>
          </a:p>
          <a:p>
            <a:r>
              <a:t>Explore courses, exams, career paths, and job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We Are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structured, centralized career information.</a:t>
            </a:r>
          </a:p>
          <a:p>
            <a:r>
              <a:t>Difficulty choosing right courses.</a:t>
            </a:r>
          </a:p>
          <a:p>
            <a:r>
              <a:t>Confusion about exams &amp; eligibility.</a:t>
            </a:r>
          </a:p>
          <a:p>
            <a:r>
              <a:t>CAREERHUB solves this with AI-powered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AI CareerBot</a:t>
            </a:r>
          </a:p>
          <a:p>
            <a:r>
              <a:t>✔ Course Database</a:t>
            </a:r>
          </a:p>
          <a:p>
            <a:r>
              <a:t>✔ Flowcharts &amp; Route Maps</a:t>
            </a:r>
          </a:p>
          <a:p>
            <a:r>
              <a:t>✔ Personalized Recommendations</a:t>
            </a:r>
          </a:p>
          <a:p>
            <a:r>
              <a:t>✔ Government &amp; Defence Exam Prep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Guidance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4-step system: Education Level → Interest → Career Goal → Personalized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10th, After 12th (Science/Commerce/Arts), Beauty, Aviation, Defence,</a:t>
            </a:r>
          </a:p>
          <a:p>
            <a:r>
              <a:t>Hotel Management, Engineering, Medical, Government Exams &amp;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 Maps &amp; Flowcharts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Visual, colorful course route maps for pilots, doctors, engineers, designers, defence aspirants,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CareerBot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chatbot that gives personalized recommendations, compares courses, and guides career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Personalization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Courses, Continue Last Search, Related Courses, Saved Courses.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CAREERHUB helps solve career confusion by providing structured, personalized, visual, AI-powered guidance.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